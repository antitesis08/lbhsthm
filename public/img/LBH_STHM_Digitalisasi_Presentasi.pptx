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2697480"/>
            <a:ext cx="7802575" cy="502920"/>
          </a:xfrm>
          <a:prstGeom prst="roundRect">
            <a:avLst>
              <a:gd name="adj" fmla="val 18182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94560" y="2697480"/>
            <a:ext cx="7802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KONSULTASI DAN BANTUAN HUKUM STHM (LKBH STHM)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DIGITALISASI LAYANAN LKBH STHM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Layanan Bantuan Hukum Terpadu Menjangkau Seluruh Wilayah Indonesia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97280" y="4800600"/>
            <a:ext cx="9997135" cy="1463040"/>
          </a:xfrm>
          <a:prstGeom prst="roundRect">
            <a:avLst>
              <a:gd name="adj" fmla="val 625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489204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Sayyid Ashhabussunan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Project Manager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96564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Sulthan Dhiyaul Barts H.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Business Analyst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95848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Aditya Maulana Ardiansyah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Backend Developer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95131" y="5257800"/>
            <a:ext cx="249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Muhammad Roihan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UI/UX Designer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 SISTEM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Ashhabussunan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Memimpin koordinasi dan perencanaan proyek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Pengawasan timeline, target, dan rilis sistem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Penghubung utama pengembang dengan pihak STHM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65576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2736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57016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Sulthan Dhiyaul Barts H.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48456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02736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Analisis proses bisnis bantuan hukum STHM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Perumusan kebutuhan fitur dan alur 7 role pengguna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Menyusun spesifikasi fungsional sistem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99632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36792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36792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91072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Maulana Ardiansyah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82512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36792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Membangun arsitektur server, REST API, dan database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Implementasi PostgreSQL, Prisma ORM, &amp; Custom JWT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Proteksi keamanan dan hak akses 3 lapis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933688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70848" y="1645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70848" y="1645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025128" y="2194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Roihan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116568" y="2971800"/>
            <a:ext cx="21488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70848" y="31546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Perancangan antarmuka bertema hukum militer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Desain navigasi responsif (Top Navbar)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Prototyping tampilan dashboard untuk seluruh role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URGENSI DIGITALISASI LKBH STHM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10728655" cy="1325880"/>
          </a:xfrm>
          <a:prstGeom prst="roundRect">
            <a:avLst>
              <a:gd name="adj" fmla="val 6897"/>
            </a:avLst>
          </a:prstGeom>
          <a:solidFill>
            <a:srgbClr val="FFF5F5"/>
          </a:solidFill>
          <a:ln w="31750">
            <a:solidFill>
              <a:srgbClr val="C530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150876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FAKTA UTAMA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15087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HANYA ADA 1 DI INDONESIA (BERKEDUDUKAN DI JAKARTA)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1965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Sementara prajurit TNI, purnawirawan, keluarga besar TNI, dan masyarakat pencari keadilan tersebar di 38 provinsi di seluruh Indonesia.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Jangkauan Seluruh Indonesia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60120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Menghapus kendala jarak fisik. Prajurit di pos perbatasan, daerah operasi, dan pulau terluar kini bisa berkonsultasi hukum langsung secara online tanpa harus datang ke Jakarta.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79976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62856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2856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Pelayanan 4 Lingkup Peradilan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08576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Kekhususan hukum militer: melayani perkara di Peradilan Militer (Pidana &amp; Tata Usaha Militer), Peradilan Umum (Pidana/Perdata), PTUN, dan Peradilan Agama.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28432" y="2880360"/>
            <a:ext cx="3429000" cy="3337560"/>
          </a:xfrm>
          <a:prstGeom prst="roundRect">
            <a:avLst>
              <a:gd name="adj" fmla="val 274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11312" y="3081528"/>
            <a:ext cx="3063240" cy="594360"/>
          </a:xfrm>
          <a:prstGeom prst="roundRect">
            <a:avLst>
              <a:gd name="adj" fmla="val 12308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1312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Bantuan Pro Bono &amp; Berkas Dossier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57032" y="38404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syarat digital (KTP &amp; SKTM) secara transparan. Seluruh berkas perkara tersimpan aman dalam arsip digital (Dossier) yang terenkripsi dan terlindungi.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PROSES PENANGANAN KASUS (7 TAHAPAN)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344168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44168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2960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Kasus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 mengisi form online dan mengunggah dokumen bukti perkara / SKTM.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46120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65576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75304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75304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078224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78224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SEKRETARIS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557016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Berkas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48456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02736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Pemeriksaan keabsahan dokumen dan registrasi berkas di buku induk.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80176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99632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0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812280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LKBH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91072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Gelar Kasus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382512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36792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Bedah perkara, analisis yuridis, dan perumusan pokok permasalahan.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714232" y="2130552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933688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043416" y="14630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43416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546336" y="1463040"/>
            <a:ext cx="1792224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46336" y="1463040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STHM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025128" y="1856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Legal Opinion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116568" y="2359152"/>
            <a:ext cx="21488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70848" y="2432304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Pengkajian pimpinan dan penerbitan Legal Opinion resmi STHM.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0972800" y="34930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31520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68680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68680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417320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417320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LKBH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68680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 Tim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960120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4400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Surat Perintah Tugas dan Surat Kuasa Khusus advokat.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160520" y="44805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4379976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17136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17136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5065776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065776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&amp; NON-LITIGASI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517136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Penanganan Hukum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4608576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62856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(Peradilan Militer, Umum, PTUN, Agama) &amp; Non-Litigasi (Mediasi/LO).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7808976" y="44805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8028432" y="3703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165592" y="381304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165592" y="3813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8714232" y="3813048"/>
            <a:ext cx="2606040" cy="347472"/>
          </a:xfrm>
          <a:prstGeom prst="roundRect">
            <a:avLst>
              <a:gd name="adj" fmla="val 1578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714232" y="38130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&amp; LPPM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165592" y="4206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 &amp; Arsip LPPM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8257032" y="4709160"/>
            <a:ext cx="2971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211312" y="478231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Penyerahan hasil advokasi, pengarsipan dossier inkracht, &amp; sinkronisasi LPPM.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731520" y="5989320"/>
            <a:ext cx="10728655" cy="411480"/>
          </a:xfrm>
          <a:prstGeom prst="roundRect">
            <a:avLst>
              <a:gd name="adj" fmla="val 13333"/>
            </a:avLst>
          </a:prstGeom>
          <a:solidFill>
            <a:srgbClr val="EAEFE9"/>
          </a:solidFill>
          <a:ln w="19050">
            <a:solidFill>
              <a:srgbClr val="1B381E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31520" y="59893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 ➔  VERIFIKASI  ➔  GELAR KASUS  ➔  LEGAL OPINION  ➔  PENUGASAN  ➔  PENANGANAN  ➔  SELESAI &amp; LPPM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Next.js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63240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aplikasi web utama dan runtime server performa tinggi.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08776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91656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1656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40496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antarmuka pengguna interaktif dan responsif.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63240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native aplikasi Android untuk kemudahan akses mobile.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08776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1656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&amp; Prisma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40496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relasional yang aman untuk menyimpan seluruh data perkara.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063240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komunikasi data yang menghubungkan web, mobile, dan server.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08776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91656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91656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Laragon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40496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Lingkungan pengembangan lokal yang stabil dan cepat.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1520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4400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4400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NGINX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063240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Kontainerisasi aplikasi dan reverse proxy untuk performa server.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08776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91656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91656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&amp; MFA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540496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jaringan anti-DDoS dan proteksi login ganda (MFA).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LANDING PAGE &amp; PORTAL LKBH STHM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RESMI LKBH STHM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landing 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LAYANAN BANTUAN HUKUM LKBH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portal LB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Tampilan halaman depan informasi resmi LKBH STHM dan portal akses menu konsultasi.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REGISTRASI &amp; ROLE CUSTOMER (KLIEN)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PENDAFTARAN / REGISTRASI KLIEN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KLIEN (TRACKING STATUS KASUS)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custo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Formulir pendaftaran akun pencari keadilan dan dashboard pemantauan kasus secara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ADMIN &amp; ROLE KONSULTAN HUKUM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ADMINISTRATOR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KONSULTAN (ADVOKAT)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konsult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Admin mengelola verifikasi perkara dan penugasan; Konsultan/Advokat menangani perkara yang ditugaskan.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PARALEGAL &amp; ROLE PENGAWAS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PARALEGAL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paraleg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PENGAWAS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pengaw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Paralegal membantu verifikasi berkas permohonan; Pengawas memonitor transparansi dan kepatuhan SOP.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SEKRETARIS &amp; ROLE BENDAHARA</a:t>
            </a:r>
            <a:endParaRPr lang="en-US" sz="2600" dirty="0"/>
          </a:p>
        </p:txBody>
      </p:sp>
      <p:pic>
        <p:nvPicPr>
          <p:cNvPr id="5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SEKRETARIS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/sistem/LBHSTHM/public/ss an/role sekertar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157216" cy="3840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384048"/>
          </a:xfrm>
          <a:prstGeom prst="roundRect">
            <a:avLst>
              <a:gd name="adj" fmla="val 14286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BENDAHARA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1783080"/>
            <a:ext cx="5248656" cy="3931920"/>
          </a:xfrm>
          <a:prstGeom prst="rect">
            <a:avLst/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/sistem/LBHSTHM/public/ss an/role bendaha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28800"/>
            <a:ext cx="5157216" cy="3840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Sekretaris mengelola administrasi surat &amp; naskah dinas; Bendahara mencatat kas dan anggaran operasional.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/sistem/LBHSTHM/public/img/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90" y="8229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94990" y="2788920"/>
            <a:ext cx="6400800" cy="475488"/>
          </a:xfrm>
          <a:prstGeom prst="roundRect">
            <a:avLst>
              <a:gd name="adj" fmla="val 19231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94990" y="27889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"VIYATA WIRA CASANA"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Menegakkan Hukum dan Keadilan Secara Bijaksana, Profesional, serta Tanpa Pamrih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 (Q &amp; A)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Konsultasi dan Bantuan Hukum Sekolah Tinggi Hukum Militer (LKBH STHM)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Direktorat Hukum Angkatan Darat (Ditkumad) • Jakarta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2026-10-27T09:09:11Z</dcterms:created>
  <dcterms:modified xsi:type="dcterms:W3CDTF">2026-10-27T09:09:11Z</dcterms:modified>
</cp:coreProperties>
</file>